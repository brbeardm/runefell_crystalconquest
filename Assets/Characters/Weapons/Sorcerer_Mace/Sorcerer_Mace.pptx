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88C00"/>
    <a:srgbClr val="E5E8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7" autoAdjust="0"/>
    <p:restoredTop sz="94660"/>
  </p:normalViewPr>
  <p:slideViewPr>
    <p:cSldViewPr snapToGrid="0">
      <p:cViewPr>
        <p:scale>
          <a:sx n="80" d="100"/>
          <a:sy n="80" d="100"/>
        </p:scale>
        <p:origin x="732" y="6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3A4D6-0252-95F0-C1C9-212C005BF0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4FD28E-A4CD-D080-3373-F376F97DFB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F90FC8-3C50-84D0-50B7-D5BC2120D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AD469-835E-4088-8D3F-51FDBFD55BA2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E016C5-E859-EB92-D03C-40C7E9FAE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0D552E-C10D-0CF6-A808-6A4B3A587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AABAE-40CB-4008-9706-C7F95E5842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4627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74950-E01D-C438-72CB-7B5495231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7531C0-FD2C-A997-63EB-CA73E3E6AF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84E496-BCA5-5A64-39FE-16E70B087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AD469-835E-4088-8D3F-51FDBFD55BA2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357E0A-2EB9-4608-6C38-423FD4D3C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073076-5885-4F67-1830-1EA191F4D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AABAE-40CB-4008-9706-C7F95E5842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207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CC2AC-1406-7AC9-547F-4A2EF3BA5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2A83AF-06C7-CCA1-6AD3-F52E233125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E0DEB6-A5EB-02B6-03C5-DEC927D17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AD469-835E-4088-8D3F-51FDBFD55BA2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000F6-B787-A89D-F8AD-5A3C85B02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2EF71C-E66C-C792-68EF-D83678EBD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AABAE-40CB-4008-9706-C7F95E5842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5210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DE6BA-A5E4-7B2F-6567-E7C2B77AB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A0F2A7-B516-CFA4-7B88-30E63F7302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FD8BF9-50E0-0384-5AFE-C80152CFD6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D4EDA6-1565-3420-7CE6-B96A268CE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AD469-835E-4088-8D3F-51FDBFD55BA2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DE430F-105A-30BF-696E-3A0D5062A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E9376E-292F-08E7-6074-704615AC5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AABAE-40CB-4008-9706-C7F95E5842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426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37627-C8BD-4015-41AB-132C5D1A9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293D43-DF71-3A80-2375-8B48751891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97257E-1522-C3D6-8DF4-E2537D17AF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F5EE49-D3D6-5337-8C40-80E3760B07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5AF90F-94D8-74F4-FDB0-859D6956A0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05EFA7-03B5-73A3-AA0A-105C6B46C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AD469-835E-4088-8D3F-51FDBFD55BA2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415374-2246-23FB-6372-37B75B735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0EAC03-3173-BADF-BF1D-DA17B3966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AABAE-40CB-4008-9706-C7F95E5842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477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7FDA3-5660-6C69-16CA-8BD73F694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FD1237-AE5F-6C3C-B286-EF294B030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AD469-835E-4088-8D3F-51FDBFD55BA2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3FDF33-854B-84B4-CCC9-06ACFE280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839E5A-A2C3-6D9F-DFBC-FC09929B8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AABAE-40CB-4008-9706-C7F95E5842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994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50CA2A-122B-2A5C-BE08-3A942FF9A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AD469-835E-4088-8D3F-51FDBFD55BA2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A91CD9-E48A-D599-6238-9601CDB6A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4AD7A9-D691-CA16-1872-72DBE1AEF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AABAE-40CB-4008-9706-C7F95E5842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486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03C46-94AF-B326-E530-21BD91E5E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AE67D-3624-A678-FBC0-69D309EB86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8E27DF-2192-75D2-AEE0-7DFF27C9B5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A86454-8DC4-B38D-A5D9-E27F17425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AD469-835E-4088-8D3F-51FDBFD55BA2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939165-3BC0-A80D-666E-85AB94338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C2D3AD-788D-9377-9034-2B4A46D5A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AABAE-40CB-4008-9706-C7F95E5842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130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88BB7-6BE0-0FF5-E450-C2F5771BE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67E972-2DEE-E650-AE0D-90A5A552EB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CD66D7-533B-D322-1ABC-874A417855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009EE0-61B7-19E9-E401-E4C203541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AD469-835E-4088-8D3F-51FDBFD55BA2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23993E-BA04-FDC2-4B8E-B83DDF52A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A4B46D-065B-939C-D892-3605F1198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AABAE-40CB-4008-9706-C7F95E5842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970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ADA52-E7C4-DD6E-9ED1-E93F81631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E1C1DD-F34E-38D1-322A-573F0098DD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60F9FB-21AF-B51A-6451-6A6EC79BC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AD469-835E-4088-8D3F-51FDBFD55BA2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D34048-4265-1664-EEFA-6CE188FFD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CFB921-38FF-EF33-7115-CE937D547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AABAE-40CB-4008-9706-C7F95E5842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4701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21B0DA-5FCD-CC8D-AFF6-11F36ADD27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CA1D62-CEA1-B50A-DD8D-BC9CB37BEA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1748B3-2ECB-B252-F26E-6D9B3A9FF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AD469-835E-4088-8D3F-51FDBFD55BA2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BB2A8D-DDA1-0F7A-1EC3-F336800A4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CF1472-27AE-602B-8654-389E62AAB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AABAE-40CB-4008-9706-C7F95E5842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890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335505-5E07-C4DB-F851-8E76490CF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2944D4-7C7F-D22A-A260-9393B0170E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4B5BED-2B05-7197-D7F4-5E24CE9D82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1AD469-835E-4088-8D3F-51FDBFD55BA2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FAD274-C805-8142-7604-74A0FEA86A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59137D-B2C1-19EB-1165-0D1515DB42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5AABAE-40CB-4008-9706-C7F95E5842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537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B5270714-D8BE-351B-24D4-F08425853A04}"/>
              </a:ext>
            </a:extLst>
          </p:cNvPr>
          <p:cNvGrpSpPr/>
          <p:nvPr/>
        </p:nvGrpSpPr>
        <p:grpSpPr>
          <a:xfrm>
            <a:off x="0" y="0"/>
            <a:ext cx="8147713" cy="4217158"/>
            <a:chOff x="0" y="0"/>
            <a:chExt cx="12192000" cy="68580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0964230-E801-7314-BE93-427E28A3D77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8241" b="90000" l="1250" r="96615">
                          <a14:foregroundMark x1="10990" y1="68519" x2="10990" y2="68519"/>
                          <a14:foregroundMark x1="6198" y1="69259" x2="6198" y2="69259"/>
                          <a14:foregroundMark x1="4844" y1="67778" x2="4844" y2="67778"/>
                          <a14:foregroundMark x1="6510" y1="75185" x2="6510" y2="75185"/>
                          <a14:foregroundMark x1="9323" y1="69352" x2="9323" y2="69352"/>
                          <a14:foregroundMark x1="19479" y1="66019" x2="19479" y2="66019"/>
                          <a14:foregroundMark x1="28438" y1="62870" x2="28438" y2="62870"/>
                          <a14:foregroundMark x1="34844" y1="62037" x2="34844" y2="62037"/>
                          <a14:foregroundMark x1="92240" y1="50463" x2="92240" y2="50463"/>
                          <a14:foregroundMark x1="93802" y1="55463" x2="93802" y2="55463"/>
                          <a14:foregroundMark x1="94792" y1="72500" x2="94792" y2="72500"/>
                          <a14:foregroundMark x1="91354" y1="32130" x2="91354" y2="32130"/>
                          <a14:foregroundMark x1="69063" y1="8333" x2="69063" y2="8333"/>
                          <a14:foregroundMark x1="74479" y1="10463" x2="74479" y2="10463"/>
                          <a14:foregroundMark x1="88802" y1="24722" x2="88802" y2="24722"/>
                          <a14:foregroundMark x1="96615" y1="53981" x2="96615" y2="53981"/>
                          <a14:foregroundMark x1="65156" y1="24630" x2="65156" y2="24630"/>
                          <a14:foregroundMark x1="29583" y1="60833" x2="29583" y2="60833"/>
                          <a14:foregroundMark x1="33281" y1="59815" x2="33281" y2="59815"/>
                          <a14:foregroundMark x1="34375" y1="59630" x2="34375" y2="59630"/>
                          <a14:foregroundMark x1="35729" y1="59444" x2="35729" y2="59444"/>
                          <a14:foregroundMark x1="31406" y1="60741" x2="31406" y2="60741"/>
                          <a14:foregroundMark x1="38125" y1="57315" x2="38125" y2="57315"/>
                          <a14:foregroundMark x1="40313" y1="57685" x2="40313" y2="57685"/>
                          <a14:foregroundMark x1="44115" y1="53148" x2="44115" y2="53148"/>
                          <a14:foregroundMark x1="1250" y1="67778" x2="1250" y2="67778"/>
                          <a14:backgroundMark x1="90365" y1="13981" x2="90365" y2="13981"/>
                          <a14:backgroundMark x1="55156" y1="14722" x2="55156" y2="14722"/>
                          <a14:backgroundMark x1="36302" y1="20463" x2="36302" y2="20463"/>
                          <a14:backgroundMark x1="23854" y1="25000" x2="23854" y2="25000"/>
                          <a14:backgroundMark x1="15469" y1="18333" x2="15469" y2="18333"/>
                          <a14:backgroundMark x1="8385" y1="24352" x2="8385" y2="24352"/>
                          <a14:backgroundMark x1="4635" y1="37222" x2="4635" y2="37222"/>
                          <a14:backgroundMark x1="12708" y1="40556" x2="12708" y2="40556"/>
                          <a14:backgroundMark x1="21927" y1="39074" x2="21927" y2="39074"/>
                          <a14:backgroundMark x1="32396" y1="36481" x2="32396" y2="36481"/>
                          <a14:backgroundMark x1="33385" y1="35556" x2="33385" y2="35556"/>
                          <a14:backgroundMark x1="55781" y1="79722" x2="55781" y2="79722"/>
                          <a14:backgroundMark x1="46510" y1="87963" x2="46510" y2="87963"/>
                          <a14:backgroundMark x1="29010" y1="87685" x2="29010" y2="87685"/>
                          <a14:backgroundMark x1="19115" y1="86667" x2="17552" y2="87037"/>
                          <a14:backgroundMark x1="11979" y1="88056" x2="11354" y2="89074"/>
                          <a14:backgroundMark x1="7865" y1="91019" x2="7865" y2="91019"/>
                          <a14:backgroundMark x1="22240" y1="93611" x2="23125" y2="93426"/>
                          <a14:backgroundMark x1="34115" y1="88796" x2="34115" y2="88796"/>
                          <a14:backgroundMark x1="37552" y1="87685" x2="41615" y2="87315"/>
                          <a14:backgroundMark x1="49635" y1="83148" x2="50417" y2="83519"/>
                          <a14:backgroundMark x1="56510" y1="85000" x2="56510" y2="85000"/>
                          <a14:backgroundMark x1="68125" y1="88426" x2="68125" y2="88426"/>
                          <a14:backgroundMark x1="70052" y1="87778" x2="70052" y2="87778"/>
                          <a14:backgroundMark x1="71094" y1="88148" x2="71094" y2="88148"/>
                          <a14:backgroundMark x1="71771" y1="88704" x2="71771" y2="88704"/>
                          <a14:backgroundMark x1="13646" y1="31389" x2="13646" y2="31389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528858"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86A6AD5-EF71-4852-A6B8-3D2187D7C2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51389" b="74815" l="9010" r="36719">
                          <a14:foregroundMark x1="10208" y1="69352" x2="10208" y2="69352"/>
                          <a14:foregroundMark x1="34792" y1="61852" x2="34792" y2="61852"/>
                          <a14:foregroundMark x1="35781" y1="62130" x2="35781" y2="62130"/>
                          <a14:foregroundMark x1="36510" y1="61759" x2="36510" y2="61759"/>
                          <a14:foregroundMark x1="36719" y1="59630" x2="36719" y2="59630"/>
                          <a14:foregroundMark x1="9219" y1="67685" x2="9219" y2="67685"/>
                          <a14:foregroundMark x1="9010" y1="67222" x2="9010" y2="67222"/>
                          <a14:foregroundMark x1="9323" y1="70741" x2="9323" y2="70741"/>
                          <a14:backgroundMark x1="12969" y1="61296" x2="12969" y2="61296"/>
                        </a14:backgroundRemoval>
                      </a14:imgEffect>
                    </a14:imgLayer>
                  </a14:imgProps>
                </a:ext>
              </a:extLst>
            </a:blip>
            <a:srcRect l="8929" t="48755" r="62871" b="22168"/>
            <a:stretch>
              <a:fillRect/>
            </a:stretch>
          </p:blipFill>
          <p:spPr>
            <a:xfrm rot="457924">
              <a:off x="800956" y="2659969"/>
              <a:ext cx="4267067" cy="1994097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6606180-8638-6E3F-E5ED-A1816D27464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51389" b="74815" l="9010" r="36719">
                          <a14:foregroundMark x1="10208" y1="69352" x2="10208" y2="69352"/>
                          <a14:foregroundMark x1="34792" y1="61852" x2="34792" y2="61852"/>
                          <a14:foregroundMark x1="35781" y1="62130" x2="35781" y2="62130"/>
                          <a14:foregroundMark x1="36510" y1="61759" x2="36510" y2="61759"/>
                          <a14:foregroundMark x1="36719" y1="59630" x2="36719" y2="59630"/>
                          <a14:foregroundMark x1="9219" y1="67685" x2="9219" y2="67685"/>
                          <a14:foregroundMark x1="9010" y1="67222" x2="9010" y2="67222"/>
                          <a14:foregroundMark x1="9323" y1="70741" x2="9323" y2="70741"/>
                          <a14:backgroundMark x1="12969" y1="61296" x2="12969" y2="61296"/>
                        </a14:backgroundRemoval>
                      </a14:imgEffect>
                    </a14:imgLayer>
                  </a14:imgProps>
                </a:ext>
              </a:extLst>
            </a:blip>
            <a:srcRect l="8929" t="48755" r="62871" b="22168"/>
            <a:stretch>
              <a:fillRect/>
            </a:stretch>
          </p:blipFill>
          <p:spPr>
            <a:xfrm rot="870338">
              <a:off x="899326" y="1315466"/>
              <a:ext cx="4272545" cy="4744162"/>
            </a:xfrm>
            <a:prstGeom prst="rect">
              <a:avLst/>
            </a:prstGeom>
          </p:spPr>
        </p:pic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FD15C00D-DE8D-635A-2D78-F7A6EB314C81}"/>
                </a:ext>
              </a:extLst>
            </p:cNvPr>
            <p:cNvSpPr/>
            <p:nvPr/>
          </p:nvSpPr>
          <p:spPr>
            <a:xfrm>
              <a:off x="769545" y="3429000"/>
              <a:ext cx="235390" cy="1070572"/>
            </a:xfrm>
            <a:prstGeom prst="roundRect">
              <a:avLst>
                <a:gd name="adj" fmla="val 50000"/>
              </a:avLst>
            </a:prstGeom>
            <a:blipFill>
              <a:blip r:embed="rId5"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4D601901-9CAF-66B3-5880-0AD28B8B2459}"/>
                </a:ext>
              </a:extLst>
            </p:cNvPr>
            <p:cNvSpPr/>
            <p:nvPr/>
          </p:nvSpPr>
          <p:spPr>
            <a:xfrm>
              <a:off x="1004935" y="3429000"/>
              <a:ext cx="235390" cy="1070572"/>
            </a:xfrm>
            <a:prstGeom prst="roundRect">
              <a:avLst>
                <a:gd name="adj" fmla="val 50000"/>
              </a:avLst>
            </a:prstGeom>
            <a:blipFill>
              <a:blip r:embed="rId5"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A4EFF263-98D3-EE1E-6274-F6D3595E6DA1}"/>
                </a:ext>
              </a:extLst>
            </p:cNvPr>
            <p:cNvSpPr/>
            <p:nvPr/>
          </p:nvSpPr>
          <p:spPr>
            <a:xfrm>
              <a:off x="1240325" y="3429000"/>
              <a:ext cx="235390" cy="1070572"/>
            </a:xfrm>
            <a:prstGeom prst="roundRect">
              <a:avLst>
                <a:gd name="adj" fmla="val 50000"/>
              </a:avLst>
            </a:prstGeom>
            <a:blipFill>
              <a:blip r:embed="rId5"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76E560E8-4AB5-21C2-0BD8-283287E2D006}"/>
                </a:ext>
              </a:extLst>
            </p:cNvPr>
            <p:cNvSpPr/>
            <p:nvPr/>
          </p:nvSpPr>
          <p:spPr>
            <a:xfrm>
              <a:off x="1475715" y="3429000"/>
              <a:ext cx="235390" cy="1070572"/>
            </a:xfrm>
            <a:prstGeom prst="roundRect">
              <a:avLst>
                <a:gd name="adj" fmla="val 50000"/>
              </a:avLst>
            </a:prstGeom>
            <a:blipFill>
              <a:blip r:embed="rId5"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B7819DAD-00A9-83D5-9A26-D042FDEE8876}"/>
                </a:ext>
              </a:extLst>
            </p:cNvPr>
            <p:cNvSpPr/>
            <p:nvPr/>
          </p:nvSpPr>
          <p:spPr>
            <a:xfrm>
              <a:off x="1713958" y="3429000"/>
              <a:ext cx="235390" cy="1070572"/>
            </a:xfrm>
            <a:prstGeom prst="roundRect">
              <a:avLst>
                <a:gd name="adj" fmla="val 50000"/>
              </a:avLst>
            </a:prstGeom>
            <a:blipFill>
              <a:blip r:embed="rId5"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DE3C6D4C-08BE-90A5-16A3-22C9CD65E64A}"/>
                </a:ext>
              </a:extLst>
            </p:cNvPr>
            <p:cNvSpPr/>
            <p:nvPr/>
          </p:nvSpPr>
          <p:spPr>
            <a:xfrm>
              <a:off x="1949348" y="3429000"/>
              <a:ext cx="235390" cy="1070572"/>
            </a:xfrm>
            <a:prstGeom prst="roundRect">
              <a:avLst>
                <a:gd name="adj" fmla="val 50000"/>
              </a:avLst>
            </a:prstGeom>
            <a:blipFill>
              <a:blip r:embed="rId5"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19FBFFC5-CC44-0F7B-69CA-8601FD213BB8}"/>
                </a:ext>
              </a:extLst>
            </p:cNvPr>
            <p:cNvSpPr/>
            <p:nvPr/>
          </p:nvSpPr>
          <p:spPr>
            <a:xfrm>
              <a:off x="2184738" y="3429000"/>
              <a:ext cx="235390" cy="1070572"/>
            </a:xfrm>
            <a:prstGeom prst="roundRect">
              <a:avLst>
                <a:gd name="adj" fmla="val 50000"/>
              </a:avLst>
            </a:prstGeom>
            <a:blipFill>
              <a:blip r:embed="rId5"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B498AC90-DE90-6F4C-D227-AE0D3DD6440E}"/>
                </a:ext>
              </a:extLst>
            </p:cNvPr>
            <p:cNvSpPr/>
            <p:nvPr/>
          </p:nvSpPr>
          <p:spPr>
            <a:xfrm>
              <a:off x="2420128" y="3429000"/>
              <a:ext cx="235390" cy="1070572"/>
            </a:xfrm>
            <a:prstGeom prst="roundRect">
              <a:avLst>
                <a:gd name="adj" fmla="val 50000"/>
              </a:avLst>
            </a:prstGeom>
            <a:blipFill>
              <a:blip r:embed="rId5"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CADA849E-9D1C-C0F7-CB3B-CB1D780CA475}"/>
                </a:ext>
              </a:extLst>
            </p:cNvPr>
            <p:cNvSpPr/>
            <p:nvPr/>
          </p:nvSpPr>
          <p:spPr>
            <a:xfrm>
              <a:off x="2646465" y="3429000"/>
              <a:ext cx="235390" cy="1070572"/>
            </a:xfrm>
            <a:prstGeom prst="roundRect">
              <a:avLst>
                <a:gd name="adj" fmla="val 50000"/>
              </a:avLst>
            </a:prstGeom>
            <a:blipFill>
              <a:blip r:embed="rId5"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8F75B5D7-57CB-D569-352E-EBAE38B57A23}"/>
                </a:ext>
              </a:extLst>
            </p:cNvPr>
            <p:cNvSpPr/>
            <p:nvPr/>
          </p:nvSpPr>
          <p:spPr>
            <a:xfrm>
              <a:off x="2881855" y="3429000"/>
              <a:ext cx="235390" cy="1070572"/>
            </a:xfrm>
            <a:prstGeom prst="roundRect">
              <a:avLst>
                <a:gd name="adj" fmla="val 50000"/>
              </a:avLst>
            </a:prstGeom>
            <a:blipFill>
              <a:blip r:embed="rId5"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35D2A4BA-7679-81EE-ECC6-3DDC9176583C}"/>
                </a:ext>
              </a:extLst>
            </p:cNvPr>
            <p:cNvSpPr/>
            <p:nvPr/>
          </p:nvSpPr>
          <p:spPr>
            <a:xfrm>
              <a:off x="3117245" y="3429000"/>
              <a:ext cx="235390" cy="1070572"/>
            </a:xfrm>
            <a:prstGeom prst="roundRect">
              <a:avLst>
                <a:gd name="adj" fmla="val 50000"/>
              </a:avLst>
            </a:prstGeom>
            <a:blipFill>
              <a:blip r:embed="rId5"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482B9153-24E1-AAF1-AD66-43ED19AA4C6C}"/>
                </a:ext>
              </a:extLst>
            </p:cNvPr>
            <p:cNvSpPr/>
            <p:nvPr/>
          </p:nvSpPr>
          <p:spPr>
            <a:xfrm>
              <a:off x="3352635" y="3429000"/>
              <a:ext cx="235390" cy="1070572"/>
            </a:xfrm>
            <a:prstGeom prst="roundRect">
              <a:avLst>
                <a:gd name="adj" fmla="val 50000"/>
              </a:avLst>
            </a:prstGeom>
            <a:blipFill>
              <a:blip r:embed="rId5"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6DBB1C24-AF17-6622-5FB2-A14C4236B8BF}"/>
                </a:ext>
              </a:extLst>
            </p:cNvPr>
            <p:cNvSpPr/>
            <p:nvPr/>
          </p:nvSpPr>
          <p:spPr>
            <a:xfrm>
              <a:off x="3581825" y="3429000"/>
              <a:ext cx="235390" cy="1070572"/>
            </a:xfrm>
            <a:prstGeom prst="roundRect">
              <a:avLst>
                <a:gd name="adj" fmla="val 50000"/>
              </a:avLst>
            </a:prstGeom>
            <a:blipFill>
              <a:blip r:embed="rId5"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18D76AE9-32C4-FE53-5C12-B200D0EF74B5}"/>
                </a:ext>
              </a:extLst>
            </p:cNvPr>
            <p:cNvSpPr/>
            <p:nvPr/>
          </p:nvSpPr>
          <p:spPr>
            <a:xfrm>
              <a:off x="3817215" y="3429000"/>
              <a:ext cx="235390" cy="1070572"/>
            </a:xfrm>
            <a:prstGeom prst="roundRect">
              <a:avLst>
                <a:gd name="adj" fmla="val 50000"/>
              </a:avLst>
            </a:prstGeom>
            <a:blipFill>
              <a:blip r:embed="rId5"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01E42204-6471-3123-A8B4-DDFFFC254D4D}"/>
                </a:ext>
              </a:extLst>
            </p:cNvPr>
            <p:cNvSpPr/>
            <p:nvPr/>
          </p:nvSpPr>
          <p:spPr>
            <a:xfrm>
              <a:off x="4052605" y="3429000"/>
              <a:ext cx="235390" cy="1070572"/>
            </a:xfrm>
            <a:prstGeom prst="roundRect">
              <a:avLst>
                <a:gd name="adj" fmla="val 50000"/>
              </a:avLst>
            </a:prstGeom>
            <a:blipFill>
              <a:blip r:embed="rId5"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8E4FF8F7-A609-E79F-1B6C-F6DAF8F7200E}"/>
                </a:ext>
              </a:extLst>
            </p:cNvPr>
            <p:cNvSpPr/>
            <p:nvPr/>
          </p:nvSpPr>
          <p:spPr>
            <a:xfrm>
              <a:off x="4287995" y="3429000"/>
              <a:ext cx="235390" cy="1070572"/>
            </a:xfrm>
            <a:prstGeom prst="roundRect">
              <a:avLst>
                <a:gd name="adj" fmla="val 50000"/>
              </a:avLst>
            </a:prstGeom>
            <a:blipFill>
              <a:blip r:embed="rId5"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627C5E79-26E1-BFF5-52B8-A48244D73CC0}"/>
                </a:ext>
              </a:extLst>
            </p:cNvPr>
            <p:cNvSpPr/>
            <p:nvPr/>
          </p:nvSpPr>
          <p:spPr>
            <a:xfrm>
              <a:off x="4530320" y="3429000"/>
              <a:ext cx="235390" cy="1070572"/>
            </a:xfrm>
            <a:prstGeom prst="roundRect">
              <a:avLst>
                <a:gd name="adj" fmla="val 50000"/>
              </a:avLst>
            </a:prstGeom>
            <a:blipFill>
              <a:blip r:embed="rId5"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E2A6A349-24CF-1D80-9EC9-F61C63CD3CE6}"/>
                </a:ext>
              </a:extLst>
            </p:cNvPr>
            <p:cNvSpPr/>
            <p:nvPr/>
          </p:nvSpPr>
          <p:spPr>
            <a:xfrm>
              <a:off x="4765710" y="3429000"/>
              <a:ext cx="235390" cy="1070572"/>
            </a:xfrm>
            <a:prstGeom prst="roundRect">
              <a:avLst>
                <a:gd name="adj" fmla="val 50000"/>
              </a:avLst>
            </a:prstGeom>
            <a:blipFill>
              <a:blip r:embed="rId5"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44E05601-63FA-583E-9EB3-4B82C66CBC1D}"/>
                </a:ext>
              </a:extLst>
            </p:cNvPr>
            <p:cNvSpPr/>
            <p:nvPr/>
          </p:nvSpPr>
          <p:spPr>
            <a:xfrm>
              <a:off x="5001810" y="3429000"/>
              <a:ext cx="177614" cy="1070572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F075B607-AA77-798F-150B-907DC028E95F}"/>
                </a:ext>
              </a:extLst>
            </p:cNvPr>
            <p:cNvSpPr/>
            <p:nvPr/>
          </p:nvSpPr>
          <p:spPr>
            <a:xfrm>
              <a:off x="649352" y="3429000"/>
              <a:ext cx="177614" cy="1070572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3" name="Picture 42">
            <a:extLst>
              <a:ext uri="{FF2B5EF4-FFF2-40B4-BE49-F238E27FC236}">
                <a16:creationId xmlns:a16="http://schemas.microsoft.com/office/drawing/2014/main" id="{2B092056-2B1A-3994-FEF4-5B6710EDCDA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9824" t="50696" r="41499" b="35382"/>
          <a:stretch>
            <a:fillRect/>
          </a:stretch>
        </p:blipFill>
        <p:spPr>
          <a:xfrm>
            <a:off x="5057030" y="4389119"/>
            <a:ext cx="755373" cy="75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638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3E2C70A-B360-386E-D5E6-DFFD1CAEE5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5106537" y="3429000"/>
            <a:ext cx="1176630" cy="103641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0D8B028-5CF3-26B0-620D-ABDF8CFEEE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058"/>
          <a:stretch>
            <a:fillRect/>
          </a:stretch>
        </p:blipFill>
        <p:spPr>
          <a:xfrm rot="10800000">
            <a:off x="5672404" y="3498573"/>
            <a:ext cx="1316792" cy="77923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F9E6556-32D7-6B5D-80F8-44A020A2E30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7138" r="5034" b="4022"/>
          <a:stretch>
            <a:fillRect/>
          </a:stretch>
        </p:blipFill>
        <p:spPr>
          <a:xfrm>
            <a:off x="1743079" y="1645919"/>
            <a:ext cx="8267614" cy="4277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9409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64BF134-38FE-46F5-156E-2BBA0B5613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1389" b="74815" l="9010" r="36719">
                        <a14:foregroundMark x1="10208" y1="69352" x2="10208" y2="69352"/>
                        <a14:foregroundMark x1="34792" y1="61852" x2="34792" y2="61852"/>
                        <a14:foregroundMark x1="35781" y1="62130" x2="35781" y2="62130"/>
                        <a14:foregroundMark x1="36510" y1="61759" x2="36510" y2="61759"/>
                        <a14:foregroundMark x1="36719" y1="59630" x2="36719" y2="59630"/>
                        <a14:foregroundMark x1="9219" y1="67685" x2="9219" y2="67685"/>
                        <a14:foregroundMark x1="9010" y1="67222" x2="9010" y2="67222"/>
                        <a14:foregroundMark x1="9323" y1="70741" x2="9323" y2="70741"/>
                        <a14:backgroundMark x1="12969" y1="61296" x2="12969" y2="61296"/>
                      </a14:backgroundRemoval>
                    </a14:imgEffect>
                  </a14:imgLayer>
                </a14:imgProps>
              </a:ext>
            </a:extLst>
          </a:blip>
          <a:srcRect l="8929" t="48755" r="62871" b="22168"/>
          <a:stretch>
            <a:fillRect/>
          </a:stretch>
        </p:blipFill>
        <p:spPr>
          <a:xfrm rot="528858">
            <a:off x="1140162" y="2981327"/>
            <a:ext cx="3438173" cy="1994097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917E4ED1-0555-0056-A66C-9E4B56100A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1370" y="1099211"/>
            <a:ext cx="8705843" cy="542591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9D6E1FA-AAC2-2CE3-AF50-635AE25109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3985" y="3671217"/>
            <a:ext cx="1673650" cy="7559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8A62AFC-6329-E6AA-0352-6A79B0E5F3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969660">
            <a:off x="5149798" y="3855771"/>
            <a:ext cx="1829757" cy="755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039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ADCCFABF-2C11-4C0F-18DE-BB8E3FFB07DA}"/>
              </a:ext>
            </a:extLst>
          </p:cNvPr>
          <p:cNvGrpSpPr/>
          <p:nvPr/>
        </p:nvGrpSpPr>
        <p:grpSpPr>
          <a:xfrm>
            <a:off x="427518" y="706436"/>
            <a:ext cx="12497585" cy="6113513"/>
            <a:chOff x="427518" y="706436"/>
            <a:chExt cx="12497585" cy="611351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57298CD-3069-8A0F-BD78-3E9B5C41FB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5389" r="40694"/>
            <a:stretch>
              <a:fillRect/>
            </a:stretch>
          </p:blipFill>
          <p:spPr>
            <a:xfrm>
              <a:off x="4143644" y="726130"/>
              <a:ext cx="1264258" cy="542591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3F55029-D5B1-AA03-5EA9-F9BABE30DE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57783" y="720033"/>
              <a:ext cx="3060457" cy="5432007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C47158C-BF9A-7EDD-7DD4-00804CB0EC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510733" y="706436"/>
              <a:ext cx="5340559" cy="5432007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39AF920-653D-DC5B-AE5A-AC8D93C47B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5389" r="40694"/>
            <a:stretch>
              <a:fillRect/>
            </a:stretch>
          </p:blipFill>
          <p:spPr>
            <a:xfrm rot="10800000">
              <a:off x="5355356" y="1394039"/>
              <a:ext cx="1264258" cy="542591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D67A73F-F960-2A6B-CA5B-98670451EA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5389" r="40694"/>
            <a:stretch>
              <a:fillRect/>
            </a:stretch>
          </p:blipFill>
          <p:spPr>
            <a:xfrm>
              <a:off x="6567067" y="726130"/>
              <a:ext cx="1264258" cy="542591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92D4E968-5DE5-F6EF-33D4-92859025114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5389" r="40694"/>
            <a:stretch>
              <a:fillRect/>
            </a:stretch>
          </p:blipFill>
          <p:spPr>
            <a:xfrm>
              <a:off x="7778778" y="726130"/>
              <a:ext cx="1264258" cy="5425910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4A4ED71-33F0-3257-AB2A-1E862A47501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8658" t="11338" r="11236" b="10701"/>
            <a:stretch>
              <a:fillRect/>
            </a:stretch>
          </p:blipFill>
          <p:spPr>
            <a:xfrm rot="5400000">
              <a:off x="254521" y="3312649"/>
              <a:ext cx="1191721" cy="845727"/>
            </a:xfrm>
            <a:prstGeom prst="ellipse">
              <a:avLst/>
            </a:prstGeom>
            <a:ln w="31750">
              <a:solidFill>
                <a:srgbClr val="B88C00"/>
              </a:solidFill>
            </a:ln>
            <a:scene3d>
              <a:camera prst="orthographicFront"/>
              <a:lightRig rig="threePt" dir="t"/>
            </a:scene3d>
            <a:sp3d prstMaterial="dkEdge"/>
          </p:spPr>
        </p:pic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A48EEC5B-2121-9D85-7DDD-DAEDCEDEEAA5}"/>
                </a:ext>
              </a:extLst>
            </p:cNvPr>
            <p:cNvSpPr/>
            <p:nvPr/>
          </p:nvSpPr>
          <p:spPr>
            <a:xfrm>
              <a:off x="1133275" y="3260558"/>
              <a:ext cx="249015" cy="962527"/>
            </a:xfrm>
            <a:prstGeom prst="roundRect">
              <a:avLst>
                <a:gd name="adj" fmla="val 50000"/>
              </a:avLst>
            </a:prstGeom>
            <a:blipFill>
              <a:blip r:embed="rId6"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6E5BDF5E-7C78-09C5-E288-7C848F64D7E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flipV="1">
              <a:off x="7584544" y="1375910"/>
              <a:ext cx="5340559" cy="543200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80362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7134FAB-0051-246F-931F-CDD4E8BF8F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728" y="475237"/>
            <a:ext cx="12192000" cy="5907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4740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Brian Beardmore</dc:creator>
  <cp:lastModifiedBy>Brian Beardmore</cp:lastModifiedBy>
  <cp:revision>1</cp:revision>
  <dcterms:created xsi:type="dcterms:W3CDTF">2026-04-07T18:45:22Z</dcterms:created>
  <dcterms:modified xsi:type="dcterms:W3CDTF">2026-04-07T19:28:48Z</dcterms:modified>
</cp:coreProperties>
</file>